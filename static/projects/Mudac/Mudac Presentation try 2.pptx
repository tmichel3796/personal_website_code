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AVgnHCxqK0EwOiwk+C+R3qYgn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rgbClr val="1B64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55279" y="2875093"/>
            <a:ext cx="2859912" cy="11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Jaden McCoy, J.R. Vojtech, Trevor Michel, Pronob Kumar, Jacob Gareis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Big Brothers Big Sisters | Albert M. Greenfield School"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486" y="2148915"/>
            <a:ext cx="5211841" cy="236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1232040" y="1857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</a:pPr>
            <a:r>
              <a:rPr b="1" lang="en-US" sz="5400">
                <a:latin typeface="Avenir"/>
                <a:ea typeface="Avenir"/>
                <a:cs typeface="Avenir"/>
                <a:sym typeface="Avenir"/>
              </a:rPr>
              <a:t>Successful Match Definition</a:t>
            </a:r>
            <a:endParaRPr/>
          </a:p>
        </p:txBody>
      </p:sp>
      <p:pic>
        <p:nvPicPr>
          <p:cNvPr descr="A white background with black and white clouds&#10;&#10;AI-generated content may be incorrect.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113" y="1520410"/>
            <a:ext cx="10252016" cy="463015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01" name="Google Shape;101;p2"/>
          <p:cNvSpPr txBox="1"/>
          <p:nvPr/>
        </p:nvSpPr>
        <p:spPr>
          <a:xfrm>
            <a:off x="1120141" y="1934625"/>
            <a:ext cx="68736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Match that remains active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123647" y="3838310"/>
            <a:ext cx="82336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Match that lasts over two years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118885" y="2835797"/>
            <a:ext cx="75042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Graduates or turns 18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118886" y="4842076"/>
            <a:ext cx="100024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Match Successful Closures within the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637" y="1713023"/>
            <a:ext cx="2857500" cy="435292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descr="A graph with numbers and a line&#10;&#10;AI-generated content may be incorrect."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7113" y="1712677"/>
            <a:ext cx="5952031" cy="442660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11" name="Google Shape;111;p3"/>
          <p:cNvSpPr txBox="1"/>
          <p:nvPr/>
        </p:nvSpPr>
        <p:spPr>
          <a:xfrm>
            <a:off x="2499315" y="302313"/>
            <a:ext cx="75841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Overall Success Rates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154993" y="236848"/>
            <a:ext cx="118921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6486"/>
              </a:buClr>
              <a:buSzPts val="4000"/>
              <a:buFont typeface="Avenir"/>
              <a:buNone/>
            </a:pPr>
            <a:r>
              <a:rPr b="1" lang="en-US" sz="4000">
                <a:solidFill>
                  <a:srgbClr val="1B6486"/>
                </a:solidFill>
                <a:latin typeface="Avenir"/>
                <a:ea typeface="Avenir"/>
                <a:cs typeface="Avenir"/>
                <a:sym typeface="Avenir"/>
              </a:rPr>
              <a:t>Community</a:t>
            </a:r>
            <a:r>
              <a:rPr b="1"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and </a:t>
            </a:r>
            <a:r>
              <a:rPr b="1" lang="en-US" sz="4000">
                <a:solidFill>
                  <a:srgbClr val="1F6F29"/>
                </a:solidFill>
                <a:latin typeface="Avenir"/>
                <a:ea typeface="Avenir"/>
                <a:cs typeface="Avenir"/>
                <a:sym typeface="Avenir"/>
              </a:rPr>
              <a:t>On-Site</a:t>
            </a:r>
            <a:r>
              <a:rPr b="1"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Success Closure Rates</a:t>
            </a:r>
            <a:br>
              <a:rPr b="1"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endParaRPr b="1" sz="4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877" y="1579945"/>
            <a:ext cx="3297074" cy="467031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5043" y="1566811"/>
            <a:ext cx="5636752" cy="466663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465" y="-1588"/>
            <a:ext cx="9361159" cy="6855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pie chart&#10;&#10;AI-generated content may be incorrect." id="128" name="Google Shape;128;p6"/>
          <p:cNvPicPr preferRelativeResize="0"/>
          <p:nvPr/>
        </p:nvPicPr>
        <p:blipFill rotWithShape="1">
          <a:blip r:embed="rId3">
            <a:alphaModFix/>
          </a:blip>
          <a:srcRect b="37" l="433" r="6499" t="13866"/>
          <a:stretch/>
        </p:blipFill>
        <p:spPr>
          <a:xfrm>
            <a:off x="1992329" y="1884870"/>
            <a:ext cx="7699852" cy="3669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35" y="2282"/>
            <a:ext cx="9791291" cy="191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2288163" y="5284127"/>
            <a:ext cx="26355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 Gender Match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text&#10;&#10;AI-generated content may be incorrect." id="131" name="Google Shape;1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2161" y="5815459"/>
            <a:ext cx="4282634" cy="56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6870376" y="5285374"/>
            <a:ext cx="26713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Same Gender Match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705927" y="3904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</a:pPr>
            <a:r>
              <a:rPr b="1" lang="en-US" sz="5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Understanding Match Length</a:t>
            </a:r>
            <a:endParaRPr sz="4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 white background with black and white clouds&#10;&#10;AI-generated content may be incorrect.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016" y="1717903"/>
            <a:ext cx="10252016" cy="463015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39" name="Google Shape;139;p7"/>
          <p:cNvSpPr txBox="1"/>
          <p:nvPr/>
        </p:nvSpPr>
        <p:spPr>
          <a:xfrm>
            <a:off x="1959717" y="1865422"/>
            <a:ext cx="80035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Duration of a Match in Months</a:t>
            </a:r>
            <a:endParaRPr/>
          </a:p>
        </p:txBody>
      </p:sp>
      <p:pic>
        <p:nvPicPr>
          <p:cNvPr descr="A graph of a graph&#10;&#10;AI-generated content may be incorrect.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0077" y="2570704"/>
            <a:ext cx="5672264" cy="3600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578224" y="3920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Top 5 Race Pairing by Match Length in Months</a:t>
            </a:r>
            <a:endParaRPr/>
          </a:p>
        </p:txBody>
      </p:sp>
      <p:pic>
        <p:nvPicPr>
          <p:cNvPr descr="A blue rectangular box with white text&#10;&#10;AI-generated content may be incorrect.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42" y="1833245"/>
            <a:ext cx="9210675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10798602" y="1459"/>
            <a:ext cx="982625" cy="687036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979" y="-14402"/>
            <a:ext cx="10643441" cy="686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64" y="1002969"/>
            <a:ext cx="12091927" cy="501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013" y="28575"/>
            <a:ext cx="9705975" cy="68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1232040" y="1518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</a:pPr>
            <a:r>
              <a:rPr b="1" lang="en-US" sz="5400">
                <a:latin typeface="Avenir"/>
                <a:ea typeface="Avenir"/>
                <a:cs typeface="Avenir"/>
                <a:sym typeface="Avenir"/>
              </a:rPr>
              <a:t>Predicting Match Length</a:t>
            </a:r>
            <a:endParaRPr/>
          </a:p>
        </p:txBody>
      </p:sp>
      <p:pic>
        <p:nvPicPr>
          <p:cNvPr descr="A white background with black and white clouds&#10;&#10;AI-generated content may be incorrect."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113" y="1520410"/>
            <a:ext cx="10252016" cy="463015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69" name="Google Shape;169;p12"/>
          <p:cNvSpPr txBox="1"/>
          <p:nvPr/>
        </p:nvSpPr>
        <p:spPr>
          <a:xfrm>
            <a:off x="1120141" y="1934625"/>
            <a:ext cx="82015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K-fold Random Forest Regressor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1123647" y="3838310"/>
            <a:ext cx="82336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Demographic Factors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1118885" y="2835797"/>
            <a:ext cx="75042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Sentiment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1118886" y="4842076"/>
            <a:ext cx="100024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U.S. ACS Information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352299" y="5701168"/>
            <a:ext cx="750897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RMSE of 5 Folds: [2.27, 2.48, 2.29, 2.44, 2.50]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Mean RMSE: 2.34</a:t>
            </a:r>
            <a:endParaRPr/>
          </a:p>
        </p:txBody>
      </p:sp>
      <p:pic>
        <p:nvPicPr>
          <p:cNvPr descr="A graph with blue dots&#10;&#10;AI-generated content may be incorrect." id="179" name="Google Shape;179;p13"/>
          <p:cNvPicPr preferRelativeResize="0"/>
          <p:nvPr/>
        </p:nvPicPr>
        <p:blipFill rotWithShape="1">
          <a:blip r:embed="rId3">
            <a:alphaModFix/>
          </a:blip>
          <a:srcRect b="2295" l="0" r="99" t="10747"/>
          <a:stretch/>
        </p:blipFill>
        <p:spPr>
          <a:xfrm>
            <a:off x="2466000" y="790874"/>
            <a:ext cx="7268200" cy="45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2665163" y="84490"/>
            <a:ext cx="845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Actual Vs Predicted of Match Length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24832" y="1715336"/>
            <a:ext cx="10555705" cy="3491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sz="6000"/>
              <a:t>Language about </a:t>
            </a:r>
            <a:r>
              <a:rPr lang="en-US" sz="6000">
                <a:solidFill>
                  <a:schemeClr val="accent1"/>
                </a:solidFill>
              </a:rPr>
              <a:t>future goals</a:t>
            </a:r>
            <a:r>
              <a:rPr lang="en-US" sz="6000"/>
              <a:t> (e.g., 'high school', 'planning') and </a:t>
            </a:r>
            <a:r>
              <a:rPr lang="en-US" sz="6000">
                <a:solidFill>
                  <a:schemeClr val="accent1"/>
                </a:solidFill>
              </a:rPr>
              <a:t>self-worth</a:t>
            </a:r>
            <a:r>
              <a:rPr lang="en-US" sz="6000"/>
              <a:t> (e.g., 'supporters', 'dignity') is associated with </a:t>
            </a:r>
            <a:r>
              <a:rPr lang="en-US" sz="6000">
                <a:solidFill>
                  <a:schemeClr val="accent1"/>
                </a:solidFill>
              </a:rPr>
              <a:t>longer match durations</a:t>
            </a:r>
            <a:r>
              <a:rPr lang="en-US" sz="6000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questionnaire&#10;&#10;AI-generated content may be incorrect."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5600" y="34350"/>
            <a:ext cx="6486825" cy="682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/>
          <p:nvPr/>
        </p:nvSpPr>
        <p:spPr>
          <a:xfrm>
            <a:off x="3746408" y="22596"/>
            <a:ext cx="6927600" cy="62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8276" y="34354"/>
            <a:ext cx="6450806" cy="55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10032800" y="4979425"/>
            <a:ext cx="363300" cy="18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2844955" y="526611"/>
            <a:ext cx="6359874" cy="6162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2132283" y="616266"/>
            <a:ext cx="258832" cy="573128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357434" y="6101042"/>
            <a:ext cx="2132283" cy="542314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9227725" y="35275"/>
            <a:ext cx="1158300" cy="6766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/>
        </p:nvSpPr>
        <p:spPr>
          <a:xfrm>
            <a:off x="2698220" y="2392516"/>
            <a:ext cx="679900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Thank you,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Our Contact Information: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3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     </a:t>
            </a:r>
            <a:r>
              <a:rPr b="1" lang="en-US" sz="2400">
                <a:latin typeface="Avenir"/>
                <a:ea typeface="Avenir"/>
                <a:cs typeface="Avenir"/>
                <a:sym typeface="Avenir"/>
              </a:rPr>
              <a:t>EMAIL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Jaden     jadenkmccoy@gmail.com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John       jrvojtech@hotmail.com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Trevor    tmichel3796@gmail.com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Pronob  pronob.kumar@go.winona.edu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Jacob    jacob.gareis22@gmail.com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2025-03-31T16:14:02Z</dcterms:created>
  <dc:creator>McCoy, Jaden K</dc:creator>
</cp:coreProperties>
</file>